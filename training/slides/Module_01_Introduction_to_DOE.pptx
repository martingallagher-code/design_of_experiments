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366F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5046E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2377440" cy="43891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400" b="1">
                <a:solidFill>
                  <a:srgbClr val="C7D2FE"/>
                </a:solidFill>
                <a:latin typeface="Consolas"/>
              </a:defRPr>
            </a:pPr>
            <a:r>
              <a:t>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Inter"/>
              </a:defRPr>
            </a:pPr>
            <a:r>
              <a:t>Introduction to</a:t>
            </a:r>
            <a:br/>
            <a:r>
              <a:t>Design of 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5B4FC"/>
                </a:solidFill>
                <a:latin typeface="Inter"/>
              </a:defRPr>
            </a:pPr>
            <a:r>
              <a:t>Why systematic experimentation beats trial-and-error</a:t>
            </a:r>
            <a:br/>
            <a:r>
              <a:t>DOE Helper Training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366F1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What Design of Experiments (DOE) is and why it matters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The cost of unplanned experiments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The One-Variable-At-a-Time (OVAT) trap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Core DOE concepts: factors, levels, responses, effects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How doe-helper automates the DOE workflow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When to use DOE vs. other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What is Design of Experiments?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A systematic method for planning experiments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Change multiple factors simultaneously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Use statistical principles to extract maximum information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Minimise the number of experimental runs needed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Pioneered by R.A. Fisher in the 1920s for agriculture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Extended by Taguchi, Box, and others for industry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Now applied to software, cloud, manufacturing, and beyond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The Cost of Unplanned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93776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6576" cy="4937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Ad-hoc testing wastes resources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Interactions between factors are missed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Conclusions drawn from insufficient data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Optimisation gets stuck in local optima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Results are not reproducible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937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36576" cy="493776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46E5"/>
                </a:solidFill>
                <a:latin typeface="Consolas"/>
              </a:defRPr>
            </a:pPr>
            <a:r>
              <a:t>REAL-WORLD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A web team ran 47 ad-hoc tests over 3 months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Found: only 2 factors mattered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A 2-factor full factorial needed just 4 runs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DOE saved 43 runs and 11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The OVAT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One-Variable-At-a-Time: change one factor, hold others constant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Seems logical but has critical flaws: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Misses interactions between factors entirely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Requires more runs to learn the same amount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Can converge on the wrong optimum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Example: tuning a web server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OVAT: 3 factors × 3 levels = 9 runs, misses interactions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Full factorial: 2³ = 8 runs, captures all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Core DOE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Factor — a variable you control (e.g. temperature, cache size)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Level — specific value of a factor (e.g. low/high, 100/200/300)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Response — what you measure (e.g. throughput, yield, cost)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Main Effect — the average impact of one factor on the response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Interaction — when the effect of one factor depends on another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Design Matrix — the table of all planned experimental runs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Randomisation — running in random order to avoid 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Effect Sparsity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In most systems only a few factors have large effects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Most interactions are negligible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This is the "Pareto of experimentation"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Screening designs exploit this: test many factors cheaply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Then focus detailed experiments on the vital few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doe-helper supports this: screen → refine → optimise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The DOE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1.  Define objectives — what do you want to learn or optimise?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2.  Select factors and levels — what can you control?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3.  Choose a design — how many runs can you afford?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4.  Generate the design matrix and run experiments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5.  Analyse results — which factors matter?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6.  Interpret and act — confirm, refine, or optimise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doe-helper automates steps 3–6 and guides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Meet doe-helper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3931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pip install doehelper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init reactor --design full_factorial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Created: reactor/config.json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generate reactor/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Design matrix written to reactor/design.csv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Runner script written to reactor/run.sh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analyze reactor/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ANOVA table, Pareto chart, main-effects plots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optimize reactor/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Recommended: temperature=180, pressure=3.5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Inter"/>
              </a:defRPr>
            </a:pPr>
            <a:r>
              <a:t>doe-helper provides a complete CLI workflow from design to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0"/>
            <a:ext cx="45720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DOE is a systematic, statistically rigorous way to experiment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67128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395728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12848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OVAT wastes runs and misses interactions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54096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282696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099816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Effect sparsity: most systems have only a few important factors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41064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169664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986784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doe-helper automates the entire DOE workflow via the CLI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28032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056632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873752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The workflow: define → design → run → analyse → optimise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366F1"/>
                </a:solidFill>
                <a:latin typeface="Consolas"/>
              </a:defRPr>
            </a:pPr>
            <a:r>
              <a:t>© 2026 Martin J. Gallagher  |  GPL-3.0-or-later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Exercise 1: Explore doe-helper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10972800" cy="51206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36576" cy="5120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1. Install doe-helper:  pip install doehelper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2. Run:  doe --help   and read the available commands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3. Run:  doe init coffee_brewing --design full_factorial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4. Open  coffee_brewing/config.json  and examine the template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5. Identify the factors, levels, and responses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Bonus: Think of a problem in your own work where OVAT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has been used. How many factors and levels would a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proper DOE need?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