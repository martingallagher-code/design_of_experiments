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BFF"/>
                </a:solidFill>
                <a:latin typeface="Calibri"/>
              </a:defRPr>
            </a:pPr>
            <a:r>
              <a:t>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Introduction to Design of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CCCCC"/>
                </a:solidFill>
                <a:latin typeface="Calibri"/>
              </a:defRPr>
            </a:pPr>
            <a:r>
              <a:t>Why systematic experimentation beats trial-and-error</a:t>
            </a:r>
            <a:br/>
            <a:br/>
            <a:r>
              <a:t>DOE Helper Training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888888"/>
                </a:solidFill>
                <a:latin typeface="Calibri"/>
              </a:defRPr>
            </a:pPr>
            <a:r>
              <a:t>Copyright © 2026 Martin J. Gallagher. Licensed under GPL-3.0-or-later.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Design of Experiments (DOE) is and why it matters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cost of unplanned experiments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One-Variable-At-a-Time (OVAT) trap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Core DOE concepts: factors, levels, responses, effects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doe-helper automates the DOE workflow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to use DOE vs. other approaches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What is Design of Experiments?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systematic method for planning experiments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Change multiple factors simultaneously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Use statistical principles to extract maximum information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Minimize the number of experimental runs needed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Pioneered by R.A. Fisher in the 1920s for agriculture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Extended by Taguchi, Box, and others for industry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Now applied to software, cloud, manufacturing, and beyond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Cost of Unplanned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7B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Ad-hoc testing wastes resources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Interactions between factors are missed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Conclusions drawn from insufficient data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Optimisation gets stuck in local optima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Results are not reproducible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C853"/>
                </a:solidFill>
                <a:latin typeface="Calibri"/>
              </a:defRPr>
            </a:pPr>
            <a:r>
              <a:t>Real-World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A web team ran 47 ad-hoc tests over 3 months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Found: only 2 factors mattered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A 2-factor full factorial needed just 4 runs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DOE could have saved 43 runs and 11 weeks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OVAT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One-Variable-At-a-Time: change one factor, hold others constant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Seems logical but has critical flaws: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Misses interactions between factors entirely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Requires more runs to learn the same amount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Can converge on wrong optimum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Example: tuning a web server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OVAT: 3 factors x 3 levels = 9 runs, misses interactions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Full factorial: 2^3 = 8 runs, captures all interactions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Core DOE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Factor: a variable you control (e.g. temperature, cache size)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Level: specific value of a factor (e.g. low/high, 100/200/300)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Response: what you measure (e.g. throughput, yield, cost)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Main Effect: the impact of one factor on the response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Interaction: when the effect of one factor depends on another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Design Matrix: the table of all planned experimental runs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Randomisation: running experiments in random order to avoid bias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Effect Sparsity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most systems, only a few factors have large effects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Most interactions are negligible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This is the "Pareto of experimentation"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Screening designs exploit this: test many factors cheaply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Then focus detailed experiments on the vital few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supports this workflow: screen -&gt; refine -&gt; optimise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DOE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1. Define objectives: what do you want to learn or optimise?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2. Select factors and levels: what can you control?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3. Choose a design: how many runs can you afford?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4. Generate the design matrix and run experiments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5. Analyse results: which factors matter?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6. Interpret and act: confirm, refine, or optimise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automates steps 3-6 and guides 1-2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Meet doe-helper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pip install doehelper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init reactor --design full_factorial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Created: reactor/config.json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generate reactor/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Design matrix written to reactor/design.csv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Runner script written to reactor/run.sh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analyze reactor/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ANOVA table, Pareto chart, main-effects plots generated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optimize reactor/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Recommended settings: temperature=180, pressure=3.5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66666"/>
                </a:solidFill>
                <a:latin typeface="Calibri"/>
              </a:defRPr>
            </a:pPr>
            <a:r>
              <a:t>doe-helper provides a complete CLI workflow from design to optimisation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 is a systematic, statistically rigorous way to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OVAT wastes runs and misses interactions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Effect sparsity: most systems have only a few important factors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2628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doe-helper automates the entire DOE workflow via the 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The workflow: define -&gt; design -&gt; run -&gt; analyse -&gt; optimise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01168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Exercise 1: Explore doe-helper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1. Install doe-helper: pip install doehelper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2. Run: doe --help  and read the available commands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3. Run: doe init coffee_brewing --design full_factorial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4. Open coffee_brewing/config.json and examine the template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5. Discussion: identify the factors, levels, and responses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Bonus: Think of a problem in your own work where OVAT has been used.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How many factors and levels would a proper DOE need?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