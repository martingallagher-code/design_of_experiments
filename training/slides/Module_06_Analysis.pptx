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366F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5046E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2377440" cy="43891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400" b="1">
                <a:solidFill>
                  <a:srgbClr val="C7D2FE"/>
                </a:solidFill>
                <a:latin typeface="Consolas"/>
              </a:defRPr>
            </a:pPr>
            <a:r>
              <a:t>MODULE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Inter"/>
              </a:defRPr>
            </a:pPr>
            <a:r>
              <a:t>Analysis and</a:t>
            </a:r>
            <a:br/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5B4FC"/>
                </a:solidFill>
                <a:latin typeface="Inter"/>
              </a:defRPr>
            </a:pPr>
            <a:r>
              <a:t>Turning experimental data into actionable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Read and interpret ANOVA tables confidently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Use Pareto charts and main-effects plots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Understand residual analysis and model diagnostics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Detect and handle model inadequacy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Use doe analyze for automated analysis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Generate comprehensive HTML reports with doe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The doe analyze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doe analyze produces a complete analysis package: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ANOVA table with F-tests and p-values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Effect estimates with 95% confidence intervals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Pareto chart of effect magnitudes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Main effects plots and interaction plots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Normal probability plot of effects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Residual diagnostics (4-panel plot)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Model summary (R², adjusted R², predicted R²)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ANOVA Table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SS (Sum of Squares) — total variability explained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% Contribution = SS_source / SS_total × 100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DF (Degrees of Freedom) — parameters used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MS (Mean Square) — SS / DF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F-value — MS_source / MS_error (signal-to-noise ratio)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p-value — probability of seeing this F by chance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p &lt; 0.05: significant   |   p &lt; 0.01: highly significant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Main Effects &amp; Interaction Plots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93776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6576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onsolas"/>
              </a:defRPr>
            </a:pPr>
            <a:r>
              <a:t>MAIN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Main Effects Plot: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Shows average response at each level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Steep slope = large effect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Flat line = no effect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Quick visual scan of what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937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36576" cy="493776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46E5"/>
                </a:solidFill>
                <a:latin typeface="Consolas"/>
              </a:defRPr>
            </a:pPr>
            <a:r>
              <a:t>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Interaction Plot: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Response for each factor combination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Parallel lines = no interaction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Non-parallel / crossing = interaction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OVAT misses these completely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Normal Probability Plot of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Plots effect estimates vs. expected normal quantiles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Inactive effects fall on a straight line through zero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Active effects deviate from the line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Particularly useful for unreplicated designs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No error estimate available → use this visual method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doe-helper generates both normal and half-normal plots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Residual Diagnostics (4-Panel Plot)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1. Residuals vs. Fitted — check for patterns (should be random)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Funnel shape → non-constant variance (transform response)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Curve → missing quadratic terms (need RSM)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2. Normal Q-Q — residuals should follow normal distribution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3. Residuals vs. Run Order — check for time trends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4. Residuals Histogram — should be roughly bell-shaped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Patterns in residuals signal model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Model Adequacy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R² — fraction of variability explained (R² &gt; 0.9 is good)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Adjusted R² — penalised for number of terms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Should be close to R² (big gap = overfitting)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Predicted R² (PRESS) — cross-validation metric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Should agree with Adj R² within ~0.2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Lack-of-Fit test — is the model adequate?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Significant LOF → model is missing important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doe analyze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4389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analyze reactor_rsm/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ANOVA Table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Source        SS       DF    MS       F       p-value  Sig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temperature   1240.5   1    1240.5   45.2    0.0001   ***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pressure       890.3   1     890.3   32.4    0.0005   ***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catalyst        45.2   1      45.2    1.6    0.2345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temp*press     320.1   1     320.1   11.7    0.0089   **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temp^2         156.7   1     156.7    5.7    0.0412   *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Model: R^2 = 0.967   Adj R^2 = 0.945   Pred R^2 = 0.912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Generating HTML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4389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report reactor_rsm/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Report generated: reactor_rsm/report.html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The report includes: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Executive summary with key findings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Interactive plots (zoom, hover, pan)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Full ANOVA table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Effect estimates and confidence intervals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Residual diagnostics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Response surface plots (for RSM designs)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Optimal settings (if doe optimize was run)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  - Self-contained single HTML file (easy to share)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0"/>
            <a:ext cx="45720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doe analyze automates the entire analysis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8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395728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Pareto chart: quick visual ID of significant factors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54096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282696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099816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Always check residual plots for model adequacy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41064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169664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986784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R², Adj-R², and Pred-R² should be close and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28032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056632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73752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doe report creates shareable HTML reports with all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Exercise 6: Analyse and Interpret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10972800" cy="51206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6576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Use the reactor experiment from Exercise 5.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1. Run:  doe analyze reactor_rsm/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2. ANOVA: which factors are significant at p &lt; 0.05?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3. Pareto chart: do the results agree with ANOVA?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4. Residual diagnostics: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Any patterns in residuals vs. fitted?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Do residuals follow a normal distribution?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5. Run:  doe report reactor_rsm/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6. Write a 3-sentence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