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0" y="0"/>
            <a:ext cx="3200400" cy="6858000"/>
          </a:xfrm>
          <a:prstGeom prst="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366F1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5046E5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2377440" cy="438912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>
              <a:defRPr sz="1400" b="1">
                <a:solidFill>
                  <a:srgbClr val="C7D2FE"/>
                </a:solidFill>
                <a:latin typeface="Consolas"/>
              </a:defRPr>
            </a:pPr>
            <a:r>
              <a:t>MODULE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Inter"/>
              </a:defRPr>
            </a:pPr>
            <a:r>
              <a:t>Full Factorial Designs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A5B4FC"/>
                </a:solidFill>
                <a:latin typeface="Inter"/>
              </a:defRPr>
            </a:pPr>
            <a:r>
              <a:t>Understanding and running complete two-level experiments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366F1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Understand full factorial (2ᵏ) designs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Calculate the number of runs needed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Interpret main effects and interactions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Generate and run a full factorial with doe-helper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Read ANOVA tables and Pareto charts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Know when full factorial is the right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What is a Full Factorial Design?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Tests every combination of factor levels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For k factors at 2 levels: 2ᵏ runs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2 factors: 4 runs   |   3 factors: 8 runs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4 factors: 16 runs  |   5 factors: 32 runs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Estimates ALL main effects and ALL interactions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The "gold standard" of experimental designs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Practical limit: ≤5–6 factors (32–64 runs)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2² Full Factorial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493776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6576" cy="4937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A34A"/>
                </a:solidFill>
                <a:latin typeface="Consolas"/>
              </a:defRPr>
            </a:pPr>
            <a:r>
              <a:t>DESIGN MATRIX &amp;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Factor A: Temperature (150, 200)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Factor B: Pressure (1, 5)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Run 1: A=low,  B=low   → 62%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Run 2: A=high, B=low   → 74%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Run 3: A=low,  B=high  → 68%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Run 4: A=high, B=high  → 91%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03520" cy="4937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36576" cy="493776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46E5"/>
                </a:solidFill>
                <a:latin typeface="Consolas"/>
              </a:defRPr>
            </a:pPr>
            <a:r>
              <a:t>EFFECT CALCULATIONS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Main effect A: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  [(74+91)−(62+68)] / 2 = 17.5%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Main effect B: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  [(68+91)−(62+74)] / 2 = 11.5%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Interaction AB: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  [(62+91)−(74+68)] / 2 = 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Why Interactions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An interaction means the effect of one factor depends on another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OVAT cannot detect interactions at all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Example: Temperature alone increases yield by 17.5%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But at high pressure, the temperature boost is even larger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The combination is more powerful than either alone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Interactions can be antagonistic too (cancel each other out)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Full factorials capture all of these relationships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Running a Full Factorial with doe-helper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43891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1. Configure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cat &gt; seal_strength/config.json &lt;&lt; 'EOF'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"factors":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"temperature": {"low": 225, "high": 285, "units": "F"},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"pressure":    {"low": 40,  "high": 90,  "units": "psi"},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"dwell_time":  {"low": 1.0, "high": 3.5, "units": "sec"}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"responses":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"seal_strength": {"units": "g/in", "target": "maximize"}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"design": {"type": "full_factorial", "center_points": 3}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EOF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2. Generate, run, analyse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generate seal_strength/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record seal_strength/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analyze seal_strength/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Reading the ANOVA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ANOVA = Analysis of Variance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Source — factor or interaction name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SS — Sum of Squares (variability explained)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DF — Degrees of Freedom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MS — Mean Square (SS / DF)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F-value — test statistic (higher = stronger effect)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p-value — probability effect is due to chance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Rule of thumb: p &lt; 0.05 means the factor is significant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Pareto Chart &amp; Center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Pareto chart: bar chart of absolute effect magnitudes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Sorted largest to smallest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Dashed line shows significance threshold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Bars above the line are statistically significant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Quickly identifies the "vital few" factors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Center points: extra runs at the midpoint of all factors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Detect curvature (non-linear effects)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Cheap insurance: 3–5 center points cost little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0"/>
            <a:ext cx="4572000" cy="6858000"/>
          </a:xfrm>
          <a:prstGeom prst="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Inter"/>
              </a:defRPr>
            </a:pPr>
            <a:r>
              <a:t>Key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08760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325880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Full factorial = every combination, captures all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67128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395728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212848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2ᵏ runs: practical for up to ~5–6 factors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54096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282696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099816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Interactions are why DOE beats OVAT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41064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4169664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986784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Center points detect curvature cheaply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28032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056632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873752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doe-helper automates generation, recording, and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366F1"/>
                </a:solidFill>
                <a:latin typeface="Consolas"/>
              </a:defRPr>
            </a:pPr>
            <a:r>
              <a:t>© 2026 Martin J. Gallagher  |  GPL-3.0-or-later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194560" cy="4572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onsolas"/>
              </a:defRPr>
            </a:pPr>
            <a: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Exercise 3: Seal Strength Experiment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10972800" cy="512064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36576" cy="5120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1. Create the seal_strength experiment from the slide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2. Run:  doe generate seal_strength/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3. Run:  doe info seal_strength/  — how many runs?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4. Run the simulation:  bash seal_strength/run.sh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5. Run:  doe analyze seal_strength/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6. Answer these questions: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Which factor has the largest main effect?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Are there significant interactions?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Is there evidence of curvature from center points?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7. Run:  doe report seal_strength/  and open the HTML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