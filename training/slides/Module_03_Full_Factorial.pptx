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BFF"/>
                </a:solidFill>
                <a:latin typeface="Calibri"/>
              </a:defRPr>
            </a:pPr>
            <a:r>
              <a:t>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Full Factorial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CCCCC"/>
                </a:solidFill>
                <a:latin typeface="Calibri"/>
              </a:defRPr>
            </a:pPr>
            <a:r>
              <a:t>Understanding and running complete two-level 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88888"/>
                </a:solidFill>
                <a:latin typeface="Calibri"/>
              </a:defRPr>
            </a:pPr>
            <a:r>
              <a:t>Copyright © 2026 Martin J. Gallagher. Licensed under GPL-3.0-or-later.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Understand full factorial (2^k) designs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Calculate the number of runs needed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Interpret main effects and interactions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Generate and run a full factorial with doe-helper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Read ANOVA tables and Pareto charts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Know when full factorial is the right choice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What is a Full Factorial Design?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Tests every combination of factor levels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For k factors at 2 levels: 2^k runs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2 factors: 4 runs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3 factors: 8 runs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4 factors: 16 runs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5 factors: 32 runs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Estimates ALL main effects and ALL interactions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The "gold standard" of experimental designs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Practical limit: ~5-6 factors (32-64 runs)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2^2 Full Factorial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BFF"/>
                </a:solidFill>
                <a:latin typeface="Calibri"/>
              </a:defRPr>
            </a:pPr>
            <a:r>
              <a:t>Design Matrix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Factor A: Temperature (150, 200)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Factor B: Pressure (1, 5)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Run 1: A=low,  B=low   -&gt; 62%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Run 2: A=high, B=low   -&gt; 74%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Run 3: A=low,  B=high  -&gt; 68%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Run 4: A=high, B=high  -&gt; 91%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C853"/>
                </a:solidFill>
                <a:latin typeface="Calibri"/>
              </a:defRPr>
            </a:pPr>
            <a:r>
              <a:t>Effect Calculations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Main effect A = [(74+91)-(62+68)]/2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  = 17.5% (Temperature matters)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Main effect B = [(68+91)-(62+74)]/2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  = 11.5% (Pressure matters)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Interaction AB = [(62+91)-(74+68)]/2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  = 5.5% (Synergy!)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Why Interactions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An interaction means the effect of one factor depends on another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OVAT cannot detect interactions at all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Example: Temperature alone increases yield by 17.5%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But at high pressure, temperature boost is even larger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The combination is more powerful than either alone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Interactions can be antagonistic too (cancel each other out)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Full factorials capture all of these relationships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22222"/>
                </a:solidFill>
                <a:latin typeface="Calibri"/>
              </a:defRPr>
            </a:pPr>
            <a:r>
              <a:t>Running a Full Factorial with doe-helper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# 1. Configure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$ cat &gt; seal_strength/config.json &lt;&lt; 'EOF'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"factors": {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"temperature": {"low": 225, "high": 285, "units": "F"},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"pressure":    {"low": 40,  "high": 90,  "units": "psi"},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"dwell_time":  {"low": 1.0, "high": 3.5, "units": "sec"}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"responses": {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"seal_strength": {"units": "g/in", "target": "maximize"}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"design": {"type": "full_factorial", "center_points": 3}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EOF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# 2. Generate the design matrix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$ doe generate seal_strength/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# 3. Run experiments and record results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$ doe record seal_strength/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# 4. Analyse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$ doe analyze seal_strength/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Reading the ANOVA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ANOVA = Analysis of Variance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Key columns: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Source: factor or interaction name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SS: Sum of Squares (variability explained)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DF: Degrees of Freedom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MS: Mean Square (SS / DF)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F-value: test statistic (higher = stronger effect)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p-value: probability effect is due to chance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Rule of thumb: p &lt; 0.05 means the factor is significant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Reading the Pareto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Bar chart of absolute effect magnitudes, sorted largest to smallest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Dashed reference line shows significance threshold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Bars above the line are statistically significant effects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Quickly identifies the "vital few" factors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doe-helper generates this automatically with doe analyze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Center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Extra runs at the midpoint of all factors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Purpose: detect curvature (non-linear effects)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If center-point average differs from predicted linear value: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The true relationship is curved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You may need a response surface design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Cheap insurance: 3-5 center points cost little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doe-helper: set center_points in config.json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515600" cy="822960"/>
          </a:xfrm>
          <a:prstGeom prst="round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200">
                <a:solidFill>
                  <a:srgbClr val="FFFFFF"/>
                </a:solidFill>
                <a:latin typeface="Calibri"/>
              </a:defRPr>
            </a:pPr>
            <a:r>
              <a:t>Full factorial = every combination, captures all effects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06040"/>
            <a:ext cx="10515600" cy="822960"/>
          </a:xfrm>
          <a:prstGeom prst="round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200">
                <a:solidFill>
                  <a:srgbClr val="FFFFFF"/>
                </a:solidFill>
                <a:latin typeface="Calibri"/>
              </a:defRPr>
            </a:pPr>
            <a:r>
              <a:t>2^k runs: practical for up to ~5-6 factors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10515600" cy="822960"/>
          </a:xfrm>
          <a:prstGeom prst="round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200">
                <a:solidFill>
                  <a:srgbClr val="FFFFFF"/>
                </a:solidFill>
                <a:latin typeface="Calibri"/>
              </a:defRPr>
            </a:pPr>
            <a:r>
              <a:t>Interactions are why DOE beats OVAT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26280"/>
            <a:ext cx="10515600" cy="822960"/>
          </a:xfrm>
          <a:prstGeom prst="round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200">
                <a:solidFill>
                  <a:srgbClr val="FFFFFF"/>
                </a:solidFill>
                <a:latin typeface="Calibri"/>
              </a:defRPr>
            </a:pPr>
            <a:r>
              <a:t>Center points detect curvature cheaply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10515600" cy="822960"/>
          </a:xfrm>
          <a:prstGeom prst="round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200">
                <a:solidFill>
                  <a:srgbClr val="FFFFFF"/>
                </a:solidFill>
                <a:latin typeface="Calibri"/>
              </a:defRPr>
            </a:pPr>
            <a:r>
              <a:t>doe-helper automates generation, recording, and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011680" cy="5029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HANDS-ON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222"/>
                </a:solidFill>
                <a:latin typeface="Calibri"/>
              </a:defRPr>
            </a:pPr>
            <a:r>
              <a:t>Exercise 3: Seal Strength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1. Create the seal_strength experiment from the slide</a:t>
            </a:r>
          </a:p>
          <a:p>
            <a:pPr lvl="1"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mkdir seal_strength &amp;&amp; create config.json as shown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2. Run: doe generate seal_strength/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3. Run: doe info seal_strength/  -- how many runs?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4. Use the simulation script:  bash seal_strength/run.sh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5. Run: doe analyze seal_strength/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6. Answer these questions:</a:t>
            </a:r>
          </a:p>
          <a:p>
            <a:pPr lvl="1"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Which factor has the largest main effect?</a:t>
            </a:r>
          </a:p>
          <a:p>
            <a:pPr lvl="1"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Are there any significant interactions?</a:t>
            </a:r>
          </a:p>
          <a:p>
            <a:pPr lvl="1"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Is there evidence of curvature from center points?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7. Run: doe report seal_strength/  -- open the HTML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