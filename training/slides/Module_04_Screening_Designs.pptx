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5046E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377440" cy="43891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400" b="1">
                <a:solidFill>
                  <a:srgbClr val="C7D2FE"/>
                </a:solidFill>
                <a:latin typeface="Consolas"/>
              </a:defRPr>
            </a:pPr>
            <a:r>
              <a:t>MODULE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Fractional Factorial &amp;</a:t>
            </a:r>
            <a:br/>
            <a:r>
              <a:t>Screening Designs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5B4FC"/>
                </a:solidFill>
                <a:latin typeface="Inter"/>
              </a:defRPr>
            </a:pPr>
            <a:r>
              <a:t>Testing many factors efficiently when resources are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Understand why fractional factorials exist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Learn about resolution and aliasing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Use Plackett-Burman and Definitive Screening designs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Choose the right screening design with doe-helper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Interpret confounded effects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Plan a follow-up experiment after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Problem: Too Many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Full factorial with 7 factors = 128 runs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With 10 factors = 1,024 runs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With 15 factors = 32,768 runs!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In practice, experiments often start with 6–20 factors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Effect sparsity says most factors won't matter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Solution: run a fraction of the full factorial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Fractional Factorial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Run 2ᵏ⁻ᵖ instead of 2ᵏ runs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2⁷⁻⁴ = 8 runs instead of 128 for 7 factors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2⁶⁻² = 16 runs instead of 64 for 6 factors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Trade-off: some effects become aliased (confounded)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Resolution tells you what is confounded: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Res III: main effects aliased with 2-factor interactions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Res IV: main effects clear, 2FI aliased with each other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Res V: main effects and 2FI all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Fractional Factorial with doe-helper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4389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"factors": {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"A":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"B":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"C":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"D":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"E":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"F": {"low": -1, "high": 1},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"G": {"low": -1, "high": 1}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"performance": {"units": "score", "target": "maximize"}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"design": {"type": "fractional_factorial"}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generate screening/</a:t>
            </a: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info screening/       # shows aliasing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Plackett-Burman vs. Definitive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93776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576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onsolas"/>
              </a:defRPr>
            </a:pPr>
            <a:r>
              <a:t>PLACKETT-BURMAN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Plackett-Burman (PB)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Run counts: multiples of 4 (12, 20, 24…)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Screen up to N−1 factors in N runs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Resolution III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Main effects aliased with 2FIs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No curvature detection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Best for: initial rough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36576" cy="493776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46E5"/>
                </a:solidFill>
                <a:latin typeface="Consolas"/>
              </a:defRPr>
            </a:pPr>
            <a:r>
              <a:t>DEFINITIVE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Definitive Screening (DSD)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2k+1 runs for k factors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Three-level design (low/mid/high)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Main effects NOT aliased with 2FIs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Can detect curvature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Modern best practice (Jones 2011)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Best for: cleaner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The Screening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Phase 1: Screen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Run PB or DSD with all candidate factors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Identify 3–5 significant factors, drop the rest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Phase 2: Characterise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Full factorial on surviving factors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Estimate all interactions, check for curvature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Phase 3: Optimise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Response surface design (CCD, Box-Behnken)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doe optimize for final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Fold-Over with doe augment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3931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After screening, de-alias confounded effects:</a:t>
            </a: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augment api_screening/ --method fold-over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Mirrors the original design to break aliases</a:t>
            </a: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Doubles run count but separates confounded effects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555555"/>
                </a:solidFill>
                <a:latin typeface="Consolas"/>
              </a:defRPr>
            </a:pPr>
            <a:r>
              <a:t># Other augmentation methods:</a:t>
            </a: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augment experiment/ --method center-points --count 5</a:t>
            </a: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augment experiment/ --method star-points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doe augment extends an existing design without starting 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0"/>
            <a:ext cx="45720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Fractional factorials trade runs for information (aliasing)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95728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Resolution tells you what's confounded with what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282696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099816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Plackett-Burman: maximum screening efficiency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4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69664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986784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Definitive Screening: modern, cleaner main-effect estimates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28032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056632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 augment extends designs with fold-overs and star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Exercise 4: Screening a Microservice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0972800" cy="5120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6576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Scenario: 8 factors that might affect API latency.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1. Create config.json with 8 continuous factors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2. Set design type to "plackett_burman"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3. Run:  doe generate microservice/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How many runs does the design require?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4. Compare: change to "definitive_screening"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How many runs now? What's different?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5. Run the simulation and analyse results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6. Which factors appear significant?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7. Plan a follow-up design with the significant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