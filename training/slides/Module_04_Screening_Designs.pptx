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7BFF"/>
                </a:solidFill>
                <a:latin typeface="Calibri"/>
              </a:defRPr>
            </a:pPr>
            <a: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Fractional Factorial &amp; Screening Designs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CCCCC"/>
                </a:solidFill>
                <a:latin typeface="Calibri"/>
              </a:defRPr>
            </a:pPr>
            <a:r>
              <a:t>Testing many factors efficiently when resources are limited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888888"/>
                </a:solidFill>
                <a:latin typeface="Calibri"/>
              </a:defRPr>
            </a:pPr>
            <a:r>
              <a:t>Copyright © 2026 Martin J. Gallagher. Licensed under GPL-3.0-or-later.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Understand why fractional factorials exist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Learn about resolution and aliasing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Plackett-Burman and Definitive Screening designs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Choose the right screening design with doe-helper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Interpret confounded effects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 a follow-up experiment after screening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The Problem: Too Many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Full factorial with 7 factors = 128 runs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With 10 factors = 1,024 runs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With 15 factors = 32,768 runs!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practice, many experiments start with 6-20 factors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Effect sparsity says most factors won't matter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Solution: run a fraction of the full factorial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Fractional Factorial Designs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Run 2^(k-p) instead of 2^k runs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2^(7-4) = 8 runs instead of 128 for 7 factors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2^(6-2) = 16 runs instead of 64 for 6 factors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Trade-off: some effects become aliased (confounded)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Resolution tells you what is confounded with what: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Resolution III: main effects aliased with 2-factor interactions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Resolution IV: main effects clear, 2FI aliased with each other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Resolution V: main effects and 2FI all clear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Fractional Factorial with doe-helper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"factors": {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"A": {"low": -1, "high": 1},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"B": {"low": -1, "high": 1},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"C": {"low": -1, "high": 1},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"D": {"low": -1, "high": 1},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"E": {"low": -1, "high": 1},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"F": {"low": -1, "high": 1},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"G": {"low": -1, "high": 1}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"responses": {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"performance": {"units": "score", "target": "maximize"}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"design": {"type": "fractional_factorial"}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doe-helper automatically selects the appropriate resolution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generate screening_exp/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info screening_exp/  # shows aliasing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Plackett-Burman Designs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Resolution III screening designs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Run counts in multiples of 4: 12, 20, 24, 28, 36...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Screen up to N-1 factors in N runs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12 runs -&gt; up to 11 factors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20 runs -&gt; up to 19 factors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efficient for identifying the vital few factors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Main effects are confounded with 2-factor interactions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Use: initial screening when you have many candidate factors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Plackett-Burman with doe-helper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"factors": {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"cache_ttl":      {"low": 60,   "high": 3600,  "units": "sec"},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"max_connections": {"low": 10,   "high": 100},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"thread_pool":    {"low": 4,    "high": 64},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"buffer_size":    {"low": 1024, "high": 65536, "units": "bytes"},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"retry_count":    {"low": 0,    "high": 5},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"timeout":        {"low": 1,    "high": 30,    "units": "sec"},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"batch_size":     {"low": 10,   "high": 1000}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"responses": {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"latency_p99": {"units": "ms", "target": "minimize"}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"design": {"type": "plackett_burman"}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Only 12 runs to screen 7 factors!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generate api_screening/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Definitive Screening Designs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Modern alternative to Plackett-Burman (Jones &amp; Nachtsheim, 2011)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Three-level designs: estimate some quadratic effects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2k+1 runs for k continuous factors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Advantages over Plackett-Burman: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Main effects not aliased with two-factor interactions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Can detect curvature without extra runs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Supported for 3+ continuous factors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doe-helper: set "type": "definitive_screening"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Choosing a Screening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Plackett-Burman: maximum economy, many factors, need follow-up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Definitive Screening: slightly more runs, cleaner estimates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Fractional Factorial: when you need specific resolution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Decision guide: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&gt; 6 factors, tight budget -&gt; Plackett-Burman or DSD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4-6 factors, moderate budget -&gt; Fractional Factorial (Res IV+)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&lt;= 5 factors, can afford it -&gt; Full Factorial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doe-helper handles the design selection automatically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The Screening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7BFF"/>
                </a:solidFill>
                <a:latin typeface="Calibri"/>
              </a:defRPr>
            </a:pPr>
            <a:r>
              <a:t>Screen &amp; Characterise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Phase 1: Screen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Run PB or DSD with all candidate factors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Identify 3-5 significant factors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Drop non-significant factors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Phase 2: Characterise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Full factorial on surviving factors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Estimate all interactions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Check for curvature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C853"/>
                </a:solidFill>
                <a:latin typeface="Calibri"/>
              </a:defRPr>
            </a:pPr>
            <a:r>
              <a:t>Optimise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Phase 3: Optimise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Response surface design (CCD, BBD)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Model the response surface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Find the optimum settings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doe-helper supports all phases: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doe generate -&gt; doe analyze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doe augment for fold-overs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  doe optimize for final settings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Fold-Over with doe augment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After screening, if you need to de-alias effects: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augment api_screening/ --method fold-over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This mirrors the original design to break aliases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Doubles the run count but separates confounded effects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Other augmentation methods: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augment experiment/ --method center-points --count 5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augment experiment/ --method star-points  # for CCD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666666"/>
                </a:solidFill>
                <a:latin typeface="Calibri"/>
              </a:defRPr>
            </a:pPr>
            <a:r>
              <a:t>doe augment extends an existing design without starting 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Fractional factorials trade runs for information (aliasing)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Resolution tells you what's confounded with what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Plackett-Burman: maximum screening efficiency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2628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Definitive Screening: modern, cleaner main-effect estimates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doe-helper automates design selection and fold-overs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01168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HANDS-ON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Exercise 4: Screening a Microservice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Scenario: 8 factors that might affect API latency.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1. Create config.json with 8 continuous factors of your choice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(e.g. connection_pool, timeout, retries, batch_size, ...)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2. Set design type to "plackett_burman"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3. Run: doe generate microservice/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How many runs does the design require?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4. Run: doe info microservice/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5. Compare: change design type to "definitive_screening"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How many runs now? What's different?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6. Run the simulation and analyse results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7. Which factors appear significant? Plan a follow-up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