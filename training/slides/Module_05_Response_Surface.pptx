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Response Surface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Calibri"/>
              </a:defRPr>
            </a:pPr>
            <a:r>
              <a:t>Modeling curved relationships and finding optimal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Calibri"/>
              </a:defRPr>
            </a:pPr>
            <a:r>
              <a:t>Copyright © 2026 Martin J. Gallagher. Licensed under GPL-3.0-or-later.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Understand when you need response surface methodology (RSM)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Learn Central Composite Design (CCD) and Box-Behnken (BBD)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Latin Hypercube Sampling for space-filling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Generate RSM designs with doe-helper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Interpret 3D surface plots and contour plots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doe optimize to find optimal factor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When to Move Beyond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Screening identified the vital few factors (typically 2-4)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Center points showed evidence of curvature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You need to find the optimum, not just know what matters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Response Surface Methodology (RSM) fits a quadratic model: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y = b0 + b1*x1 + b2*x2 + b12*x1*x2 + b11*x1^2 + b22*x2^2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This captures curves, ridges, saddle points, and optima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Central Composite Design (CCD)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The most popular RSM design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Three components: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Factorial points: 2^k corner points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Star (axial) points: 2k points along each axis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Center points: 3-6 replicates at the center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For 3 factors: 8 + 6 + 6 = 20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Can be run sequentially: factorial first, then augment with star points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Star point distance (alpha) controls rotatability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Box-Behnken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Alternative to CCD -- fewer runs for 3+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Does not include corner points (extreme combinations)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Good when extremes are costly or dangerous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For 3 factors: 15 runs (vs. 20 for CCD)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For 4 factors: 27 runs (vs. 30 for CCD)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Slightly less information than CCD but often sufficient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doe-helper: set "type": "box_behnken"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CCD with doe-helper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"factors":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"temperature": {"low": 150, "high": 200, "units": "C"},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"pressure":    {"low": 1.0, "high": 5.0, "units": "bar"},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"catalyst":    {"low": 0.5, "high": 1.5, "units": "g"}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"yield":  {"units": "%", "target": "maximize"},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"purity": {"units": "%", "target": "maximize"}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"design":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"type": "ccd",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"center_points": 6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generate reactor_rsm/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info reactor_rsm/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Type: ccd | Runs: 20 | Factors: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Latin Hypercube Sampling (LHS)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Space-filling design: samples spread evenly across the space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Not model-based -- does not assume a specific model form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Good for computer experiments and simulations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User specifies the number of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Each factor divided into N equal intervals, one sample per interval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Complements DOE when the response surface is unknown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doe-helper: set "type": "latin_hypercube", "runs":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Interpreting Surface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3D surface plots show response as a function of two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Contour plots show the same information as a 2D map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Look for: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Peaks/valleys: where the optimum lies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Ridges: elongated regions of near-optimal response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Saddle points: optimum in one direction, pessimum in another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 generates these automatically in reports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doe report experiment/ produces an interactive HTML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Optimization with doe-helper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After recording results and running analysis: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optimize reactor_rsm/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Optimization Results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Method: L-BFGS-B with 20 random restarts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Optimal Settings: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temperature: 182.3 C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pressure:    3.8 bar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catalyst:    1.2 g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Predicted Responses: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yield:  94.2%  (target: maximize)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purity: 98.7%  (target: maximize)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Desirability: 0.93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doe optimize uses scipy.optimize with multi-start for global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Steepest Ascent /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Sequential experimentation strategy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Start with a factorial/screening design near current settings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Fit a linear model to identify the steepest ascent direction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Run experiments along this path until response stops improving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Then run a new RSM design at the plateau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 computes the steepest ascent path automatically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Efficient when you're far from the optimum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Design Type Selection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2-3 factors, need optimum -&gt; CCD or Box-Behnken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3-4 factors, avoid extremes -&gt; Box-Behnken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Unknown model, computer sim -&gt; Latin Hypercube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Augmenting a factorial -&gt; add star points (doe augment)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Mixture problems -&gt; Simplex-Lattice or Simplex-Centroid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Constrained factor space -&gt; D-Optimal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 supports all 11 design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RSM fits quadratic models to find optima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CCD is the workhorse; Box-Behnken avoids extremes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LHS for space-filling when the model is unknown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doe optimize uses L-BFGS-B with multi-start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Use steepest ascent when far from the optimum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Exercise 5: Response Surface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1. Start from the reactor_optimization use case: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doe init reactor_optimization --design ccd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2. Run: doe generate reactor_optimization/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3. Examine the design matrix: how many runs? What's the structure?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4. Run the simulation: bash reactor_optimization/run.sh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5. Run: doe analyze reactor_optimization/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Look at the response surface plots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6. Run: doe optimize reactor_optimization/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What are the recommended optimal settings?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7. Now try Box-Behnken: change type to "box_behnken" and repeat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Compare the run count and optimal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