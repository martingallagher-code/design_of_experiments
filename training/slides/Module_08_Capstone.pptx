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32004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366F1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5046E5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2377440" cy="438912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>
              <a:defRPr sz="1400" b="1">
                <a:solidFill>
                  <a:srgbClr val="C7D2FE"/>
                </a:solidFill>
                <a:latin typeface="Consolas"/>
              </a:defRPr>
            </a:pPr>
            <a:r>
              <a:t>MODULE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Inter"/>
              </a:defRPr>
            </a:pPr>
            <a:r>
              <a:t>Capstone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A5B4FC"/>
                </a:solidFill>
                <a:latin typeface="Inter"/>
              </a:defRPr>
            </a:pPr>
            <a:r>
              <a:t>Apply the full DOE workflow to a real-world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Capstone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Apply everything you've learned in one complete project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Choose from three scenario options or propose your own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Complete the full DOE workflow: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1. Problem definition and factor selection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2. Screening design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3. Follow-up design (factorial or RSM)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4. Analysis and interpretation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5. Optimisation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6. Final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Option A: Cloud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493776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6576" cy="4937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A34A"/>
                </a:solidFill>
                <a:latin typeface="Consolas"/>
              </a:defRPr>
            </a:pPr>
            <a:r>
              <a:t>FACTORS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Optimise a Kubernetes microservice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10 candidate factors: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CPU limit, memory limit, replicas,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connection pool, thread count,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cache TTL, batch size, retry limit,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timeout, GC interval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4937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36576" cy="493776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46E5"/>
                </a:solidFill>
                <a:latin typeface="Consolas"/>
              </a:defRPr>
            </a:pPr>
            <a:r>
              <a:t>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 responses: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p99 latency (minimize)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throughput (maximize)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cost per hour (minimize)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Budget: 40 total runs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across all phases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Option B: 3D Printing  |  Option C: Bread Baking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493776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6576" cy="4937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A34A"/>
                </a:solidFill>
                <a:latin typeface="Consolas"/>
              </a:defRPr>
            </a:pPr>
            <a:r>
              <a:t>OPTION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3D Printing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8 factors: layer height, speed,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nozzle temp, bed temp, infill %,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retraction, cooling, wall count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 responses: tensile strength (max),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print time (min), surface quality (max)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Budget: 30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4937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36576" cy="493776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46E5"/>
                </a:solidFill>
                <a:latin typeface="Consolas"/>
              </a:defRPr>
            </a:pPr>
            <a:r>
              <a:t>OPTION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Bread Baking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7 factors: flour protein %, hydration,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starter %, salt %, bulk ferment,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proof time, oven temperature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 responses: loaf volume (max),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crumb score (max), crust color (target: 4)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Budget: 25 runs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Capstone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Phase 1: Screening  (~30 min)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Choose PB or DSD for all candidate factors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Identify the 3–4 most important factors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Document reasoning for dropping factors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Phase 2: RSM &amp; Optimisation  (~30 min)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Run CCD or Box-Behnken on surviving factors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Analyse with doe analyze, interpret the surface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Optimise with doe optimize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Capstone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1. config.json files for screening and RSM phases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2. doe report HTML output for each phase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3. Summary document (1–2 pages):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Problem statement and factor selection rationale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Screening results and factor elimination decisions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RSM analysis and optimal settings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Practical recommendations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4. Brief presentation (5 minutes) to the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Capstone Workflow with doe-helper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3891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Phase 1: Screening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init project/ --design plackett_burman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generate project/ &amp;&amp; bash project/run.sh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analyze project/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Phase 2: RSM (with reduced factors)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generate project_rsm/ &amp;&amp; bash project_rsm/run.sh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analyze project_rsm/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Phase 3: Optimise &amp; Report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optimize project_rsm/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report project_rsm/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194560" cy="4572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Capstone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10972800" cy="512064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6576" cy="5120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1. Choose Option A, B, C, or propose your own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2. Complete the full workflow using doe-helper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3. Produce all deliverables from the previous slide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4. Prepare a 5-minute presentation: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What you learned about the system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Key factors and their effects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Optimal settings and predicted performance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What you would do next with more runs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Time: 70 min project + 20 min presentations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2E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4338CA">
              <a:lumMod val="80000"/>
              <a:lumOff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Inter"/>
              </a:defRPr>
            </a:pPr>
            <a:r>
              <a:t>Course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206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7D2FE"/>
                </a:solidFill>
                <a:latin typeface="Inter"/>
              </a:defRPr>
            </a:pPr>
            <a:r>
              <a:t>Congratulations on completing the DOE Helper Training Course!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What You've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1: Why DOE matters and the OVAT trap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2: doe-helper installation and configuration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3: Full factorial designs and interactions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4: Screening designs for many factors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5: Response surface methodology and optimisation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6: Analysis, interpretation, and reporting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7: Multi-response optimisation and advanced topics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Module 8: Complete DOE workflow from problem to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doe-helper Command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init             Create experiment from template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generate         Create design matrix and runner script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record           Interactively record results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status           Show experiment progress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info             Display design summary and metrics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analyze          Run ANOVA, effects, diagnostics, plots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optimize         Find optimal factor settings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power            Compute statistical power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augment          Extend an existing design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 report           Generate interactive 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0"/>
            <a:ext cx="45720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Inter"/>
              </a:defRPr>
            </a:pPr>
            <a:r>
              <a:t>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325880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Practice with the 221 built-in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8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395728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212848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Visit doehelper.com for documentation and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54096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282696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099816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Apply DOE to a real problem in your 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41064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169664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986784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Start small: 2–3 factors, full factorial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28032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056632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873752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A planned experiment beats trial-and-error every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