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BFF"/>
                </a:solidFill>
                <a:latin typeface="Calibri"/>
              </a:defRPr>
            </a:pPr>
            <a:r>
              <a:t>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CCCCC"/>
                </a:solidFill>
                <a:latin typeface="Calibri"/>
              </a:defRPr>
            </a:pPr>
            <a:r>
              <a:t>Apply the full DOE workflow to a real-world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Calibri"/>
              </a:defRPr>
            </a:pPr>
            <a:r>
              <a:t>Copyright © 2026 Martin J. Gallagher. Licensed under GPL-3.0-or-later.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Capstone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Apply everything you've learned in one complete project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Choose from three scenario options or propose your own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Complete the full DOE workflow: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1. Problem definition and factor selection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2. Screening design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3. Follow-up design (factorial or RSM)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4. Analysis and interpretation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5. Optimisation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6. Final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Option A: Cloud Infrastructure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Scenario: optimise a Kubernetes-deployed microservice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10 candidate factors: CPU limit, memory limit, replicas,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connection pool, thread count, cache TTL, batch size,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retry limit, timeout, log level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3 responses: p99 latency (min), throughput (max), cost (min)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Budget: 40 total experimental runs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 doe-helper to design, simulate, analyse, and optimise.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Option B: Manufacturing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Scenario: optimise 3D printing parameters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8 candidate factors: layer height, print speed, nozzle temp,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bed temp, infill %, infill pattern, retraction distance,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cooling fan speed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3 responses: tensile strength (max), print time (min), surface quality (max)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Budget: 30 total experimental runs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 doe-helper to design, simulate, analyse, and optimise.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Option C: Recipe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Scenario: optimise a bread baking recipe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7 candidate factors: flour protein %, water ratio, yeast amount,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salt amount, kneading time, proof time, oven temperature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3 responses: loaf volume (max), crumb score (max), crust color (target: 4)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Budget: 25 total experimental runs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 doe-helper to design, simulate, analyse, and optimise.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Capstone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Phase 1: Screening (doe init, doe generate, doe analyze)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Choose an appropriate screening design for all factors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Identify the 3-4 most important factors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Document your reasoning for dropping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Phase 2: Characterisation &amp; Optimisation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Run a CCD or Box-Behnken on surviving factors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Analyse with doe analyze, interpret the response surface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Optimise with doe optimize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Capstone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1. Completed config.json files for each phase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2. doe report HTML output for screening and RSM phases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3. Summary document (1-2 pages) covering: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Problem statement and factor selection rationale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Screening results and factor elimination decisions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RSM analysis and optimal settings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Practical recommendations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4. Brief presentation (5 minutes) to the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Capstone Workflow with doe-helper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1: doe init project/ --design plackett_burman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2: doe generate project/ &amp;&amp; bash project/run.sh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3: doe analyze project/ -- identify significant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4: Create new config with reduced factors, type=ccd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5: doe generate project_rsm/ &amp;&amp; bash project_rsm/run.sh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6: doe analyze project_rsm/ -- response surface analysis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7: doe optimize project_rsm/ -- find optimal settings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Step 8: doe report project_rsm/ -- generate final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1. Choose Option A, B, C, or propose your own scenario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2. Complete the full workflow using doe-helper commands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3. Produce all deliverables listed on the previous slide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4. Prepare a 5-minute presentation covering: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What you learned about the system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Key factors and their effects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Optimal settings and predicted performance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What you would do next with more runs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Time allocation: 90 minutes for the project, 30 minutes for presentations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Course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DEEFF"/>
                </a:solidFill>
                <a:latin typeface="Calibri"/>
              </a:defRPr>
            </a:pPr>
            <a:r>
              <a:t>Congratulations on completing the DOE Helper Training Course!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What You've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1: Why DOE matters and the OVAT trap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2: doe-helper installation and configuration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3: Full factorial designs and interactions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4: Screening designs for many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5: Response surface methodology and optimisation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6: Analysis, interpretation, and reporting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7: Multi-response optimisation and advanced topics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Module 8: Complete DOE workflow from problem to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doe-helper Command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init         Create experiment from template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generate     Create design matrix and runner script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record       Interactively record experimental results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status       Show experiment progress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info         Display design summary and evaluation metrics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analyze      Run ANOVA, effects, diagnostics, plots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optimize     Find optimal factor settings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power        Compute statistical power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augment      Extend an existing design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report       Generate interactive HTML report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 export-worksheet  Export design as CSV or markdown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Practice with the 221 built-in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Visit doehelper.com for documentation and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Apply DOE to a real problem in your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Start small: 2-3 factors, full factorial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Remember: a planned experiment beats trial-and-error every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